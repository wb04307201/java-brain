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over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ureauc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3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1-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Picture 12" descr="p4a-ai-orchestrate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74320" y="2194560"/>
            <a:ext cx="4114800" cy="36576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194560"/>
            <a:ext cx="41148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3774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658600" y="2194560"/>
            <a:ext cx="41148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58600" y="23774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611880"/>
            <a:ext cx="41148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7947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58600" y="3611880"/>
            <a:ext cx="41148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58600" y="37947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Picture 12" descr="p5a-calcite-federation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74320" y="2194560"/>
            <a:ext cx="4114800" cy="36576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一套协议 5 method,跨库即写即用,数据不出企业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194560"/>
            <a:ext cx="41148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3774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658600" y="2194560"/>
            <a:ext cx="41148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58600" y="23774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611880"/>
            <a:ext cx="41148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7947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58600" y="3611880"/>
            <a:ext cx="41148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58600" y="37947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9-bg-timeline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7772400" y="182880"/>
            <a:ext cx="411480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5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