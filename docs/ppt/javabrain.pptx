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ifur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1-light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stopw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3-puzz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3_dependency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200400" y="1005840"/>
            <a:ext cx="5790895" cy="20116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 (AI 编排)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 (数据底座)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 (桥)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灵梭杀手锏:零配置接入 RAG / MCP / Skill · 50 行配置 → 1 行模板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★ SQL工坊杀手锏:JSON CRUD + Calcite 联邦 + Amis 低代码 · 开发效率 +300%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46C1"/>
                </a:solidFill>
                <a:latin typeface="阿里巴巴普惠体 3.0"/>
              </a:rPr>
              <a:t>★ SQL工坊 MCP 杀手锏:5 受限通道 · 数据不出企业 · 私有化部署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B981"/>
                </a:solidFill>
                <a:latin typeface="阿里巴巴普惠体 3.0"/>
              </a:rPr>
              <a:t>★ 全部杀手锏:3 个依赖库可独立按需引入 · 不绑死 Spring Boot 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4a-ai-orchestrat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Spring AI 裸用到 JavaBrain 一体化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50 行配置 → 1 行模板 = 49 行省下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Spring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写 50 行</a:t>
            </a:r>
          </a:p>
          <a:p>
            <a:r>
              <a:t>ChatClient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个 @Bean</a:t>
            </a:r>
          </a:p>
          <a:p>
            <a:r>
              <a:t>完成 RAG +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.st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改 1 行字</a:t>
            </a:r>
          </a:p>
          <a:p>
            <a:r>
              <a:t>AI 行为变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10 分钟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📚 RAG 知识库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  <a:p>
            <a:r>
              <a:t>文档向量化检索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  <a:p>
            <a:r>
              <a:t>工具热加载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  <a:p>
            <a:r>
              <a:t>改 1 行 AI 行为变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  <a:p>
            <a:r>
              <a:t>流式输出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  <a:p>
            <a:r>
              <a:t>会话持久化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  <a:p>
            <a:r>
              <a:t>沙箱执行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5a-calcite-federation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JDBC 散弹到 Calcite 联邦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1 套协议代替 5 套 ORM,数据库迁移零改代码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JDBC / MyBatis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维护 N 套 CRUD</a:t>
            </a:r>
          </a:p>
          <a:p>
            <a:r>
              <a:t>N 套 ORM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30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6B46C1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 工坊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套 JSON 协议</a:t>
            </a:r>
          </a:p>
          <a:p>
            <a:r>
              <a:t>跨库自动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sql-forge-mcp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AI 5 受限通道</a:t>
            </a:r>
          </a:p>
          <a:p>
            <a:r>
              <a:t>数据不出企业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0 直连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✓ 7 张表测试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✓ 0 漂移 / 0 错误链接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✓ 5/5 字段推断通过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阿里巴巴普惠体 3.0"/>
              </a:rPr>
              <a:t>✓ 节省 CRUD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86868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开发时间 · 3 种方案(柱状图为主角)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1188720" cy="27432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15544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5E7EB"/>
                </a:solidFill>
                <a:latin typeface="Inter"/>
              </a:rPr>
              <a:t>30天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234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阿里巴巴普惠体 3.0"/>
              </a:rPr>
              <a:t>≈ 3 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8920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阿里巴巴普惠体 3.0"/>
              </a:rPr>
              <a:t>传统开发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Inter"/>
              </a:rPr>
              <a:t>≈ 3 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3840480"/>
            <a:ext cx="118872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3832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10天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063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阿里巴巴普惠体 3.0"/>
              </a:rPr>
              <a:t>10 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8920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阿里巴巴普惠体 3.0"/>
              </a:rPr>
              <a:t>集成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Inter"/>
              </a:rPr>
              <a:t>10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4663440"/>
            <a:ext cx="118872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4206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1天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8862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≈ 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8920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阿里巴巴普惠体 3.0"/>
              </a:rPr>
              <a:t>JavaBrain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Inter"/>
              </a:rPr>
              <a:t>≈ 3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868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商业派 · 5 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371600"/>
            <a:ext cx="292608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1417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1828800"/>
            <a:ext cx="2926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187451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187451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2286000"/>
            <a:ext cx="292608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20" y="2331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23317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2743200"/>
            <a:ext cx="2926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972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27889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3200400"/>
            <a:ext cx="292608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32461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从工具到同事 · 4 阶段信任阶梯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JavaBrain 的目标:成为您可托付的数据同事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97480" cy="3200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6B7280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阿里巴巴普惠体 3.0"/>
              </a:rPr>
              <a:t>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AI 能干活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40"/>
            <a:ext cx="1783080" cy="182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NL2SQL 出报告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CRUD 自动生成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0 漂移 0 错误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371600"/>
            <a:ext cx="2697480" cy="32004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396"/>
                </a:solidFill>
                <a:latin typeface="阿里巴巴普惠体 3.0"/>
              </a:rPr>
              <a:t>可控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AI 听指挥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3291840"/>
            <a:ext cx="1783080" cy="18288"/>
          </a:xfrm>
          <a:prstGeom prst="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5 受限通道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DDL 黑名单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写操作审计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371600"/>
            <a:ext cx="2697480" cy="32004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6B46C1"/>
                </a:solidFill>
                <a:latin typeface="Inte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B46C1"/>
                </a:solidFill>
                <a:latin typeface="阿里巴巴普惠体 3.0"/>
              </a:rPr>
              <a:t>可信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数据不出企业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3291840"/>
            <a:ext cx="1783080" cy="18288"/>
          </a:xfrm>
          <a:prstGeom prst="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全链路私有化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本地 Qwen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无第三方回传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1371600"/>
            <a:ext cx="2697480" cy="32004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59E0B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阿里巴巴普惠体 3.0"/>
              </a:rPr>
              <a:t>可托付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AI 主动拆解复杂任务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0" y="3291840"/>
            <a:ext cx="178308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Agentic Workflow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多步推理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反思重试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163824" y="2862072"/>
            <a:ext cx="118872" cy="219456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ight Arrow 36"/>
          <p:cNvSpPr/>
          <p:nvPr/>
        </p:nvSpPr>
        <p:spPr>
          <a:xfrm>
            <a:off x="5998464" y="2862072"/>
            <a:ext cx="118872" cy="219456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8833104" y="2862072"/>
            <a:ext cx="118872" cy="219456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0" y="4846320"/>
            <a:ext cx="10362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8920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不只是工具,而是你可托付的数据同事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0_bra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"/>
            <a:ext cx="137160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85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感谢聆听 · Star 支持: github.com/wb04307201/spring-ai-loom-agent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