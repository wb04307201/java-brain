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阿里巴巴普惠体 3.0"/>
              </a:rPr>
              <a:t>3 组件 · 1 starter · 0 漂移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over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ureauc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3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1-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 · 改 .st 文件 AI 行为就变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6 大功能模块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4 starter + 6 功能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未来 12 个月路线图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4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