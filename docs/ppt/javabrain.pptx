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v2-d1-brain-3streams.png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743200" y="91440"/>
            <a:ext cx="6858000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004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5120640"/>
            <a:ext cx="164592" cy="164592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39104" y="5120640"/>
            <a:ext cx="164592" cy="164592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6895" y="5120640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704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阿里巴巴普惠体 3.0"/>
              </a:rPr>
              <a:t>3 分钟接入 AI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over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ureauc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3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rock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1-fin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8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3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0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17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5" nodeType="withEffect" dur="1500" begin="35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200ms" fill="hold">
              <p:animEffect presetClass="entr" presetId="10" dur="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395063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6114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40706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21757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4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66663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7714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12306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3357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00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8263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9314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83906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64958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16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灵梭:Spring Boot AI 加速器,零配置接入 RAG / MCP / Skill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SQL工坊:JSON CRUD + Calcite 联邦 + Amis 低代码,数据开发效率 +300%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阿里巴巴普惠体 3.0"/>
              </a:rPr>
              <a:t>✓ SQL工坊 MCP:打通 AI ↔ 业务数据库,数据不出企业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3 个依赖库可单独引入;SQL工坊还可单独服务对接外部项目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Spring AI 一键启动 · 改 .st 文件 AI 行为就变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📦 6 大功能模块</a:t>
            </a:r>
          </a:p>
          <a:p>
            <a:r>
              <a:t>一站集成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MCP 可热插拔</a:t>
            </a:r>
          </a:p>
          <a:p>
            <a:r>
              <a:t>8+ 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🧠 Skill 模板</a:t>
            </a:r>
          </a:p>
          <a:p>
            <a:r>
              <a:t>改 .st 即生效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💬 流式对话 + 思维链</a:t>
            </a:r>
          </a:p>
          <a:p>
            <a:r>
              <a:t>SSE + 可折叠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📚 RAG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JSON CRUD + Calcite 联邦 + Amis 低代码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</a:t>
            </a:r>
          </a:p>
          <a:p>
            <a:r>
              <a:t>一套协议 5 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联邦</a:t>
            </a:r>
          </a:p>
          <a:p>
            <a:r>
              <a:t>跨 MySQL+PG+H2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🎨 Amis 低代码</a:t>
            </a:r>
          </a:p>
          <a:p>
            <a:r>
              <a:t>JSON 模板 + Console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🔒 MCP 5 受限工具</a:t>
            </a:r>
          </a:p>
          <a:p>
            <a:r>
              <a:t>数据不出企业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7 张表测试(简单/字典/自关联/多外键)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0 漂移 / 0 错误链接 / 0 中文乱码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5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783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1945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240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517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2697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1089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154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154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5661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611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51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3" nodeType="withEffect" dur="500" begin="5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未来 12 个月路线图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灵梭 · AI 赋能中心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1. Agentic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智能体工作流:自动拆解 + 多步推理 + 反思重试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2. Graph-RAG + 实时认知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知识图谱融合 + 毫秒级增量更新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3. 多模态交互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语音 / 图像 / AI 悬浮球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4. Skill 插件生态市场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标准化打包 + 私有 Skill 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095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SQL工坊 · 数据管理引擎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8095" y="146304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0975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1. Text-to-SQL 终极形态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0975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准确率 &gt;95% + 本地代码大模型 + Explain 优化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095" y="233172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0975" y="23774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2. HTAP 湖仓一体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0975" y="2715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Flink 实时流 + Iceberg / Hudi 湖仓格式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095" y="3200400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0975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3. 智能数据治理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0975" y="3584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血缘分析 + 动态脱敏 + 自动化审计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095" y="4069079"/>
            <a:ext cx="566928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0975" y="41147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4. Serverless 弹性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0975" y="44531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计算/存储分离 + 自动扩缩容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28800" y="5120640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5138927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让 AI 懂数据,让数据懂 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5504688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0" y="5522975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终极形态:对话式数据分析 (CDA) 标杆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28800" y="5888736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0" y="5907023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零代码 AI 应用工厂 (Amis + Skill 绑定)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1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4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7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0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4" nodeType="withEffect" dur="500" begin="2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1500" begin="35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 [团队名] · 联系: [邮箱]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6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