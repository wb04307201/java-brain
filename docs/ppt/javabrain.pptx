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-neural-v1.pn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4114800" y="457200"/>
            <a:ext cx="7772400" cy="50292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5669280" y="365760"/>
            <a:ext cx="548640" cy="548640"/>
          </a:xfrm>
          <a:prstGeom prst="ellipse">
            <a:avLst/>
          </a:prstGeom>
          <a:solidFill>
            <a:srgbClr val="007396"/>
          </a:solidFill>
          <a:ln w="254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60520" y="868680"/>
            <a:ext cx="914400" cy="914400"/>
          </a:xfrm>
          <a:prstGeom prst="ellipse">
            <a:avLst/>
          </a:prstGeom>
          <a:solidFill>
            <a:srgbClr val="007396"/>
            <a:alpha val="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389120" y="1097280"/>
            <a:ext cx="457200" cy="457200"/>
          </a:xfrm>
          <a:prstGeom prst="ellipse">
            <a:avLst/>
          </a:prstGeom>
          <a:solidFill>
            <a:srgbClr val="007396"/>
          </a:solidFill>
          <a:ln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67704" y="868680"/>
            <a:ext cx="914400" cy="914400"/>
          </a:xfrm>
          <a:prstGeom prst="ellipse">
            <a:avLst/>
          </a:prstGeom>
          <a:solidFill>
            <a:srgbClr val="6B46C1"/>
            <a:alpha val="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96304" y="1097280"/>
            <a:ext cx="457200" cy="457200"/>
          </a:xfrm>
          <a:prstGeom prst="ellipse">
            <a:avLst/>
          </a:prstGeom>
          <a:solidFill>
            <a:srgbClr val="6B46C1"/>
          </a:solidFill>
          <a:ln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73975" y="868680"/>
            <a:ext cx="914400" cy="914400"/>
          </a:xfrm>
          <a:prstGeom prst="ellipse">
            <a:avLst/>
          </a:prstGeom>
          <a:solidFill>
            <a:srgbClr val="10B981"/>
            <a:alpha val="3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02575" y="109728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373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784" y="17373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1055" y="17373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阿里巴巴普惠体 3.0"/>
              </a:rPr>
              <a:t>3 组件 · 1 starter · 0 漂移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9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over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ureauc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3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rock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1-fin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95063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6114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40706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21757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4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6663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7714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2306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3357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0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8263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9314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83906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64958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6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灵梭:Spring Boot AI 加速器,零配置接入 RAG / MCP / Skill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SQL工坊:JSON CRUD + Calcite 联邦 + Amis 低代码,数据开发效率 +300%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阿里巴巴普惠体 3.0"/>
              </a:rPr>
              <a:t>✓ SQL工坊 MCP:打通 AI ↔ 业务数据库,数据不出企业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3 个依赖库可单独引入;SQL工坊还可单独服务对接外部项目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Spring AI 一键启动 · 改 .st 文件 AI 行为就变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📦 6 大功能模块</a:t>
            </a:r>
          </a:p>
          <a:p>
            <a:r>
              <a:t>一站集成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MCP 可热插拔</a:t>
            </a:r>
          </a:p>
          <a:p>
            <a:r>
              <a:t>8+ 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🧠 Skill 模板</a:t>
            </a:r>
          </a:p>
          <a:p>
            <a:r>
              <a:t>改 .st 即生效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💬 流式对话 + 思维链</a:t>
            </a:r>
          </a:p>
          <a:p>
            <a:r>
              <a:t>SSE + 可折叠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6 大功能模块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📚 RAG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JSON CRUD + Calcite 联邦 + Amis 低代码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</a:t>
            </a:r>
          </a:p>
          <a:p>
            <a:r>
              <a:t>一套协议 5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联邦</a:t>
            </a:r>
          </a:p>
          <a:p>
            <a:r>
              <a:t>跨 MySQL+PG+H2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🎨 Amis 低代码</a:t>
            </a:r>
          </a:p>
          <a:p>
            <a:r>
              <a:t>JSON 模板 +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🔒 MCP 5 受限工具</a:t>
            </a:r>
          </a:p>
          <a:p>
            <a:r>
              <a:t>数据不出企业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4 starter + 6 功能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7 张表测试(简单/字典/自关联/多外键)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0 漂移 / 0 错误链接 / 0 中文乱码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5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783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945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697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089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154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661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611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51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3" nodeType="withEffect" dur="500" begin="5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未来 12 个月路线图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095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SQL工坊 · 数据管理引擎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095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0975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准确率 &gt;95% + 本地代码大模型 + Explain 优化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0975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0975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Flink 实时流 + Iceberg / Hudi 湖仓格式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095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0975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血缘分析 + 动态脱敏 + 自动化审计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75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0975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计算/存储分离 + 自动扩缩容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1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4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7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0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4" nodeType="withEffect" dur="500" begin="2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 [团队名] · 联系: [邮箱]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